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tables: organisations, users, vehicles, routes, ride_schedules, ride_requests, ride_passengers, backup_rides, sos_incidents, transactions, ratings, chat_messages, ride_location_pings, ride_events, matching_logs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502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0D9EDF"/>
                </a:solidFill>
              </a:rPr>
              <a:t>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Corporate Car Pooling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9EDF"/>
                </a:solidFill>
              </a:rPr>
              <a:t>Mid-Semester Dissertation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MTech (Software Engineering)  |  BITS Pilani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89120"/>
            <a:ext cx="4873752" cy="1463040"/>
          </a:xfrm>
          <a:prstGeom prst="rect">
            <a:avLst/>
          </a:prstGeom>
          <a:solidFill>
            <a:srgbClr val="0D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EDF"/>
                </a:solidFill>
              </a:rP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4773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Prashant Sopan Berad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May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35024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Problem Statement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35024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307592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Proposed Solution &amp;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56231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28799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1847087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System Architecture &amp; Tech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56231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828799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847087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Core Modules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38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50006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36829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Database Design (ER Diagram)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377438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350006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36829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System Diagrams (Use Case, Activity, Sequence, State Machine)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98645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71213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288950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Progress Made So Far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898645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871213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88950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Backend &amp; Frontend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19852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39242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34107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AI Agent Module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19852"/>
            <a:ext cx="41148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9242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34107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Why do we need a Corporate Carpooling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🚦  Urban Traffic Congestion — Thousands of employees driving separately causes severe road congestion around corporate campuses, increasing commute time by up to 45%.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🌍  Environmental Impact — Individual cars emit 4–5× more CO₂ per commute than shared rides. Corporate fleets remain the single largest source of avoidable employee carbon footprint.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💸  High Commute Costs — Fuel, parking, and vehicle maintenance cost employees ₹8,000–₹20,000 per month in metro cities, reducing effective take-home pay.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4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🔒  Safety Concerns for Solo Commuters — Women employees and night-shift workers face significant safety risks during early-morning or late-night commutes.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57200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📭  No Centralized Platform — Organisations lack a dedicated system to coordinate carpooling; existing public apps (Ola, Uber) are not designed for closed corporate ecosystems.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39496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44"/>
                </a:solidFill>
              </a:rPr>
              <a:t>📊  No Visibility for HR/Admin — Companies cannot measure commute patterns, carbon footprint, or employee transport costs without a dedicated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CarpoolHub — A Corporate-Grade Ride Sharing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76C"/>
                </a:solidFill>
              </a:rPr>
              <a:t>A web-based corporate carpooling platform enabling same-organisation employees to offer and request shared rides, reducing individual car usage, CO₂ emissions, and commute costs.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5577840" cy="36576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6654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55778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Enable drivers to post rides with route, timing, and seat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Smart matching of passengers to nearby drivers using geo-spatial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Real-time ride tracking via GPS pings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52544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In-app chat between driver and passengers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7433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Integrated payment system (Razorpay)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9612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Mutual rating system after ride completion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29968"/>
            <a:ext cx="5577840" cy="36576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6654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Safety &amp; 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395728"/>
            <a:ext cx="55778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8716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SOS emergency alert with guardian contact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Backup driver mechanism — auto-activate if primary cancels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307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Gender-preference filtering for ride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52544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Soft-delete and audit trails for data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7433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Organisation-scoped access (employees see only org rides)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59612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✔  AI Agent for architecture &amp; system Q&amp;A (LangGraph)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3-Tier Architecture with AI-Augmented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59" y="1234440"/>
            <a:ext cx="768363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Tools, Frameworks &amp;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103120" cy="384048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71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18488"/>
            <a:ext cx="2103120" cy="4736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373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React 18 (Vite)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0604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React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47472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Context API (state)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34340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Axios (REST calls)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1208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CSS Modules +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1234440"/>
            <a:ext cx="210312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271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1618488"/>
            <a:ext cx="2103120" cy="4736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17373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Spring Boot 3 (Java 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260604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Spring Security +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347472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Spring Data 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434340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Hibernate /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521208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WebSocket (STOMP)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0056" y="1234440"/>
            <a:ext cx="2103120" cy="384048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1271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0056" y="1618488"/>
            <a:ext cx="2103120" cy="4736592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17373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60604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PostGIS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9784" y="347472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ST_DWithin / ST_Distance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434340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GEOGRAPHY(Point, 4326)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521208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GEOMETRY(LineString, 4326)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4" y="1234440"/>
            <a:ext cx="21031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4" y="1271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0064" y="1618488"/>
            <a:ext cx="2103120" cy="473659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17373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Razorpay (Payments)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60604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Claude AI (Anthropic)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347472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LangGraph (AI Agent)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34340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FAISS (Vector Store)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521208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JWT / BCrypt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0072" y="1234440"/>
            <a:ext cx="210312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5792" y="1271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DevOps / Infra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72" y="1618488"/>
            <a:ext cx="2103120" cy="473659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173736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Git + 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260604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Maven (build)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47472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Vite (frontend build)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34340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Python 3.11 (AI Agent)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5212080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•  PostgreSQL + PostGIS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9 Functional Modules forming the complete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07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👤 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Registration, login, JWT auth, profile, soft-delete, org scoping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61872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07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🚗 Ride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Create/update/cancel rides, seat tracking, status lifecycle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293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🔍 Matching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1762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Geo-spatial matching via ST_DWithin, route overlap, detour %, gender filter, rating sort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83664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📋 Request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Passenger ride requests, approval/rejection by driver, request lifecycle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05456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511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📍 Live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798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GPS pings every N seconds, real-time location stream via WebSocket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05456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511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💬 Chat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98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Ride-based messaging, read receipts, WebSocket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27248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172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💳 Payment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41985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Razorpay integration, INITIATED → SUCCESS → FAILED → REFUNDED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27248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172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🛡 Safety (SOS)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1985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One-tap SOS, guardian contact notification, incident 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49040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794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🔄 Backup Driver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0416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Priority backup drivers per ride, auto-activation on primary cancel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8980" y="3749040"/>
            <a:ext cx="55778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0420" y="3794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🔄 Backup Driver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0420" y="40416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Priority backup drivers per ride, auto-activation on primary cancel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 —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PostgreSQL 16 + PostGIS | 15 tables with geo-spatial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353" y="1234440"/>
            <a:ext cx="246624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 — Key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15 tables | PostGIS geo-spatial extensions | Audit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83464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283464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261872"/>
            <a:ext cx="8595360" cy="36118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298448"/>
            <a:ext cx="859536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3060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659636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organisations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623060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59636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Company registry; scopes all users &amp; rides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84248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20824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1984248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2020824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Auth, profile, is_online, is_deleted, org FK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45436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382012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vehicles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345436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2382012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Driver's vehicles; one active vehicle per driver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743200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2706624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2743200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GEOMETRY(LineString) for driver's route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67812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104388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ride_schedules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067812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7832" y="3104388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Core ride entity; lifecycle CREATED→ACTIVE→STARTED→COMPLETED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29000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465576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ride_requests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3429000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27832" y="3465576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Passenger intent with GEOGRAPHY pickup/drop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90188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826764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ride_passengers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790188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3826764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Confirmed riders per ride (ACTIVE/CANCELLED/COMPLETED)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151376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4187952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ride_location_pings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151376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27832" y="4187952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GPS pings for live tracking (GEOGRAPHY Point)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512564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549140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backup_rides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4512564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27832" y="4549140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Backup driver entries; PENDING→ACTIVATED→USED/EXPIRED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873752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4910328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chat_messages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54680" y="4873752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27832" y="4910328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Ride-scoped messages with is_read &amp; sender_id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234940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" y="5271516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sos_incidents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5234940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27832" y="5271516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SOS triggers with location &amp; status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596128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632704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transactions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5596128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27832" y="5632704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Razorpay payments per ride + user; full state machine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957316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5993892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ratings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54680" y="5957316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27832" y="5993892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Post-ride mutual ratings (driver↔passenger)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318504"/>
            <a:ext cx="283464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6355080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ride_events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80" y="6318504"/>
            <a:ext cx="8595360" cy="36118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27832" y="6355080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Full audit trail of every ride state change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6679692"/>
            <a:ext cx="283464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6716268"/>
            <a:ext cx="27432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matching_logs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54680" y="6679692"/>
            <a:ext cx="8595360" cy="3611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27832" y="6716268"/>
            <a:ext cx="850392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Detour %, proximity, match decision per 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Actors: Driver, Passenger, Admin | 20+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253" y="1234440"/>
            <a:ext cx="687244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Activity Diagram — Overall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End-to-end ride lifecycle from login to ride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562" y="1234440"/>
            <a:ext cx="348182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Activity Diagram — Ride Booking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Passenger ride request → Matching → Acceptance →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21" y="1234440"/>
            <a:ext cx="237570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Combined Activity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Unified view of Driver and Passenger parallel 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89" y="1234440"/>
            <a:ext cx="59277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System interactions between Frontend, Backend, DB and Payment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871" y="1234440"/>
            <a:ext cx="368720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Backup Driver — 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How the system activates a backup driver when primary cancels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43" y="1234440"/>
            <a:ext cx="315466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Backup Driver — Activation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Priority-based backup selection and state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234440"/>
            <a:ext cx="39776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Ride Lifecycle —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States: CREATED → ACTIVE → STARTED → COMPLETED | CANCELLED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866" y="1234440"/>
            <a:ext cx="886321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Matching Engine — 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Geo-spatial ride matching using PostGIS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475488" cy="96012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280160"/>
            <a:ext cx="10917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Step 1: Proximity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4592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ST_DWithin(driver.start_location, passenger.pickup_location, radius)
→ Find all active drivers within configurable radius (default 5 km)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22575"/>
            <a:ext cx="475488" cy="960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551175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2322575"/>
            <a:ext cx="10917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368295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Step 2: Route Overlap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88335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ST_Distance(route.geometry, passenger.pickup) &lt; threshold
→ Ensure driver's route passes near passenger pickup &amp; drop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64990"/>
            <a:ext cx="475488" cy="96012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9359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" y="3364990"/>
            <a:ext cx="10917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41071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Step 3: Detour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73075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detour% = (new_distance − original_distance) / original_distance × 100
→ Filter out rides exceeding driver's detourLimitPercent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07405"/>
            <a:ext cx="475488" cy="960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636005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" y="4407405"/>
            <a:ext cx="10917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453125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Step 4: Constraint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773165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available_seats ≥ 1
gender_preference matches passenger gender
ride status = ACTIVE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49820"/>
            <a:ext cx="475488" cy="96012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6784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" y="5449820"/>
            <a:ext cx="10917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4955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Step 5: Ranking &amp;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81558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Sort by: distance ASC → rating DESC → departure time ASC
→ Return top N matches to passenger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Implementation —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Spring Boot 3 | 16 REST Controllers | JWT Auth | Razorpay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REST Controllers (16):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367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1600200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16367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3864" y="1600200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6367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Vehicle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84248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208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Organisation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952" y="1984248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7672" y="20208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RideSchedule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3864" y="1984248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0208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RideRequest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68296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048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RidePassenger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1952" y="2368296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47672" y="24048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Matching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3864" y="2368296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0487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52344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889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2752344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27889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83864" y="2752344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27889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Rating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36392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172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Sos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1952" y="3136392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47672" y="3172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BackupRide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83864" y="3136392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9584" y="31729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GuardianContact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520440"/>
            <a:ext cx="1508760" cy="347472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5570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RouteWaypoint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12618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Implemented Features: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1600200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JWT authentication &amp; Spring Security filter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1993392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User management with soft-delete &amp; org scoping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386584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Ride lifecycle: CREATED → ACTIVE → STARTED →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2779776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Geo-spatial matching engine with PostGIS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172968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Backup driver system with priority-based activation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3566160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Razorpay payment integration (initiate / confirm / refund)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3959352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SOS system with guardian contact 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4352544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Live GPS tracking (location ping storage)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745736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Chat system (REST; WebSocket planned)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138928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Rating system (driver ↔ passenger)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532120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Vehicle &amp; Organisation management APIs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5925312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Role-based access guard (owner-only delete)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6318504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Passenger status check before joining rides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6711696"/>
            <a:ext cx="6675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✅  Gender preference filtering in matching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Implementation —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React 18 + Vite | Context API | Axios | Responsive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Project scaffolded with Vite + React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0370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Authentication screens (Login, Register)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1576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Context API for auth state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2783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Axios API client with JWT interceptor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3989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Design system tokens (colours, spacing, typography)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5196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Route setup with React Router v6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640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Component library structure in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27608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Admin module scaffolded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7881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✅  Screens directory organised by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61872"/>
            <a:ext cx="55778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 Progress / 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Dashboard screen (Driver &amp; Passenger views)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0370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Ride scheduling form with map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1576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Ride request &amp; matching results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2783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Live tracking map (Google Maps / Leaflet)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3989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Chat interface (WebSocket integration)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Payment flow screens (Razorpay SDK)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6402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SOS trigger button (persistent on ride screen)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7608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Rating &amp; review screen post-ride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881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🔲  Admin dashboard (ride analytics, user mgmt)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Agent Module — CarpoolHub Query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LangGraph + Claude AI + FAISS | Token-efficient architecture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376C"/>
                </a:solidFill>
              </a:rPr>
              <a:t>An intelligent LangGraph-based AI agent that routes architecture queries to relevant knowledge sources, compresses context for token efficiency, and answers using Claude (Anthropic).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3852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202996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Intent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32257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classifier.py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206654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Routes queries to relevant sub-agents (DB, flows, services, architecture)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3852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93852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02996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Vector 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2257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retriever.py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06654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FAISS vector store over SVG diagram text &amp; JSON data; semantic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6148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6148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8529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Context Compressor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" y="314553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compressor.py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9112" y="288950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Minimises tokens sent to Claude by pruning irrelevant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76148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76148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8529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LangGraph Nodes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14553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nodes.py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88950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Structured + vector retrieval nodes wired into directed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8444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58444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6758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" y="39684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graph.py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39112" y="371246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LangGraph StateGraph managing query → retrieve → compress →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584448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3584448"/>
            <a:ext cx="164592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36758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9684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9EDF"/>
                </a:solidFill>
              </a:rPr>
              <a:t>data/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71246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Structured JSON (DB schema, flows, services) + raw SVG text of all diagrams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14476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376C"/>
                </a:solidFill>
              </a:rPr>
              <a:t>Agent Flow:  User Query → Intent Classification → Structured + Vector Retrieval → Context Compression → Claude AI → Answer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What has been completed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8346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30759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Database &amp; 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283464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556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PostgreSQL 16 + PostGIS set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3288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15 production-grade tables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1012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Migration scripts (V1, V2, V3)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8736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Geo-spatial indexes (GIST)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6460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Audit triggers on all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6418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Constraints: seats ≥ 0, unique active ride/driver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261872"/>
            <a:ext cx="28346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30759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 (Spring Boot)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645920"/>
            <a:ext cx="283464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7556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16 REST Controllers 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53288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JWT authentication &amp; security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1012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Ride lifecycle state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8736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Geo-spatial matching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86460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Razorpay payment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6418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Backup driver &amp; SOS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261872"/>
            <a:ext cx="28346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130759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 (React)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645920"/>
            <a:ext cx="283464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7556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Project scaffolded &amp; routing set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3288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Auth screens (Login/Register)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31012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Context API &amp; Axios client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08736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Design tokens defined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6460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Admin &amp; screens structure in 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6418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Remaining screens under development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261872"/>
            <a:ext cx="28346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130759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Agent &amp; Docs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1645920"/>
            <a:ext cx="283464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7556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LangGraph AI agent implemented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53288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FAISS vector store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31012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All diagrams text-encoded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08736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Architecture diagrams (10 SVGs)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86460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ER, Sequence, Activity, State Machine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641848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OpenAPI / Swagger — in progress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EDF"/>
                </a:solidFill>
              </a:rPr>
              <a:t>What we plan to complete before final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200400" cy="1325880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4475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 — Immediate (Next 2 Weeks)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1261872"/>
            <a:ext cx="8321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335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Complete all React screens: Dashboard, Ride Scheduling, Matching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2" y="133502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Integrate live map tracking (Leaflet.js / Google Maps)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7556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Connect frontend to all backend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2" y="17556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Implement WebSocket-based real-time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1762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Add Razorpay payment flow in 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79192"/>
            <a:ext cx="3200400" cy="13258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8620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 — Short Term (Weeks 3–5)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7872" y="2679192"/>
            <a:ext cx="8321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7523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SOS button with real-time guardian 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27523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Swagger / OpenAPI documentation for all 40+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1729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Backup driver activation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1729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Rating &amp; review screen post-ride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59359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Admin dashboard (ride analytics, user management)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96512"/>
            <a:ext cx="320040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27939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 — Final Polish (Week 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4096512"/>
            <a:ext cx="8321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416966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End-to-end integration testing (Playwright / Jest)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2" y="416966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Performance optimisation (DB query plans, indexing review)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45902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Security audit (OWASP top 10, SQL injection checks)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45902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Deployment setup (Docker / cloud hosting)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50109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Final dissertation report &amp; demo preparation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13832"/>
            <a:ext cx="3200400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69671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Future Scope (Post-MTech)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7872" y="5513832"/>
            <a:ext cx="83210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558698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Native mobile apps (Android &amp; iOS — React Native)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2" y="558698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ML-based route prediction &amp; proactive ride suggestions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60076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Corporate analytics dashboard (CO₂ saved, cost reports)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60076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Multi-organisation / SaaS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64282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→  Driver earnings &amp; incentive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D9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D9EDF"/>
                </a:solidFill>
              </a:rPr>
              <a:t>Questions &amp; Discussion 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46120"/>
            <a:ext cx="5788152" cy="1920240"/>
          </a:xfrm>
          <a:prstGeom prst="rect">
            <a:avLst/>
          </a:prstGeom>
          <a:solidFill>
            <a:srgbClr val="0D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3337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Prashant Sopan Berad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EDF"/>
                </a:solidFill>
              </a:rPr>
              <a:t>MTech (Software Engineering)
BITS Pilani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3159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Corporate Car Pooling System | May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CC"/>
                </a:solidFill>
              </a:rPr>
              <a:t>GitHub: github.com/infotechmaniac17/Corporate-Car-Pooling-System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673912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MTech BITS Pilani | Corporate Car Pooling System |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